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Segmentation and Paging in Memory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OS Concepts | Linux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Memory management is essential in modern operating systems. Segmentation and Paging are two techniques used to manage memory efficiently, providing process isolation and virtual memory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Divides memory into variable-sized logical segments: code, data, stack.</a:t>
            </a:r>
          </a:p>
          <a:p>
            <a:r>
              <a:t>• Each segment has a segment number and offset.</a:t>
            </a:r>
          </a:p>
          <a:p>
            <a:r>
              <a:t>• Pros: Logical separation, suitable for modular programs.</a:t>
            </a:r>
          </a:p>
          <a:p>
            <a:r>
              <a:t>• Cons: Can cause external fragmentation.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Divides memory into fixed-size pages and frames.</a:t>
            </a:r>
          </a:p>
          <a:p>
            <a:r>
              <a:t>• Eliminates external fragmentation.</a:t>
            </a:r>
          </a:p>
          <a:p>
            <a:r>
              <a:t>• Uses a page table to map virtual pages to physical frames.</a:t>
            </a:r>
          </a:p>
          <a:p>
            <a:r>
              <a:t>• Cons: Internal fragmentation and page table overhead.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Address Translation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Segmentation: Logical Address = Segment Number + Offset</a:t>
            </a:r>
          </a:p>
          <a:p>
            <a:r>
              <a:t>Example: (Segment 2, Offset 1000)</a:t>
            </a:r>
          </a:p>
          <a:p/>
          <a:p>
            <a:r>
              <a:t>Paging: Virtual Address = Page Number + Offset</a:t>
            </a:r>
          </a:p>
          <a:p>
            <a:r>
              <a:t>Mapped using a page table to a frame in physical memory.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Segmentation vs. Paging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| Feature      | Segmentation       | Paging             |</a:t>
            </a:r>
          </a:p>
          <a:p>
            <a:r>
              <a:t>|--------------|--------------------|--------------------|</a:t>
            </a:r>
          </a:p>
          <a:p>
            <a:r>
              <a:t>| Unit         | Logical segments   | Fixed-size pages   |</a:t>
            </a:r>
          </a:p>
          <a:p>
            <a:r>
              <a:t>| Fragmentation| External           | Internal           |</a:t>
            </a:r>
          </a:p>
          <a:p>
            <a:r>
              <a:t>| Flexibility  | More               | Less              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Segmentation and Paging are foundational memory management techniques.</a:t>
            </a:r>
          </a:p>
          <a:p>
            <a:r>
              <a:t>Modern OSes often combine both (segmented paging).</a:t>
            </a:r>
          </a:p>
          <a:p>
            <a:r>
              <a:t>They enable efficient, secure, and scalable process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